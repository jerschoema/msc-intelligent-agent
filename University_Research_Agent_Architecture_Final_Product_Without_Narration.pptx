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6F3B4-1F9C-3846-B743-160210373780}" v="2" dt="2026-07-20T10:35:08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6301"/>
  </p:normalViewPr>
  <p:slideViewPr>
    <p:cSldViewPr snapToGrid="0" snapToObjects="1">
      <p:cViewPr>
        <p:scale>
          <a:sx n="60" d="100"/>
          <a:sy n="60" d="100"/>
        </p:scale>
        <p:origin x="20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en Schoemaker" userId="48a9215ced585014" providerId="LiveId" clId="{061E09AF-F1F9-51C1-923C-8049AF6B393E}"/>
    <pc:docChg chg="undo custSel modSld">
      <pc:chgData name="Jeroen Schoemaker" userId="48a9215ced585014" providerId="LiveId" clId="{061E09AF-F1F9-51C1-923C-8049AF6B393E}" dt="2026-07-20T10:36:24.565" v="463" actId="478"/>
      <pc:docMkLst>
        <pc:docMk/>
      </pc:docMkLst>
      <pc:sldChg chg="addSp delSp modSp mod modTransition delAnim modAnim modNotesTx">
        <pc:chgData name="Jeroen Schoemaker" userId="48a9215ced585014" providerId="LiveId" clId="{061E09AF-F1F9-51C1-923C-8049AF6B393E}" dt="2026-07-20T10:34:55.103" v="454" actId="478"/>
        <pc:sldMkLst>
          <pc:docMk/>
          <pc:sldMk cId="0" sldId="256"/>
        </pc:sldMkLst>
        <pc:spChg chg="mod">
          <ac:chgData name="Jeroen Schoemaker" userId="48a9215ced585014" providerId="LiveId" clId="{061E09AF-F1F9-51C1-923C-8049AF6B393E}" dt="2026-07-13T15:33:12.694" v="265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695" v="266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3:58:57.771" v="12" actId="20577"/>
          <ac:spMkLst>
            <pc:docMk/>
            <pc:sldMk cId="0" sldId="256"/>
            <ac:spMk id="5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4:55.103" v="454" actId="478"/>
          <ac:picMkLst>
            <pc:docMk/>
            <pc:sldMk cId="0" sldId="256"/>
            <ac:picMk id="14" creationId="{5B0C1A10-A495-867C-542F-6ECEEC3D8EC7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4:58.662" v="455" actId="478"/>
        <pc:sldMkLst>
          <pc:docMk/>
          <pc:sldMk cId="0" sldId="257"/>
        </pc:sldMkLst>
        <pc:spChg chg="mod">
          <ac:chgData name="Jeroen Schoemaker" userId="48a9215ced585014" providerId="LiveId" clId="{061E09AF-F1F9-51C1-923C-8049AF6B393E}" dt="2026-07-13T15:33:12.758" v="278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8" v="27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8" v="276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3:59:45.265" v="54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7" v="275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7" v="274" actId="276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7" v="273" actId="276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7" v="272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9" v="279" actId="276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0:41.550" v="59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5" v="268" actId="2763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6" v="270" actId="276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5" v="267" actId="276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6" v="269" actId="2763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56" v="271" actId="27636"/>
          <ac:spMkLst>
            <pc:docMk/>
            <pc:sldMk cId="0" sldId="257"/>
            <ac:spMk id="23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4:58.662" v="455" actId="478"/>
          <ac:picMkLst>
            <pc:docMk/>
            <pc:sldMk cId="0" sldId="257"/>
            <ac:picMk id="32" creationId="{CC242C19-E6DD-8ED7-E6D5-9D84AFA5E14F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5:02.337" v="456" actId="478"/>
        <pc:sldMkLst>
          <pc:docMk/>
          <pc:sldMk cId="0" sldId="258"/>
        </pc:sldMkLst>
        <pc:spChg chg="mod">
          <ac:chgData name="Jeroen Schoemaker" userId="48a9215ced585014" providerId="LiveId" clId="{061E09AF-F1F9-51C1-923C-8049AF6B393E}" dt="2026-07-13T15:33:12.765" v="284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3:55.707" v="88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7" v="286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2" v="281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1" v="280" actId="276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10.430" v="97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02.660" v="95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3" v="283" actId="276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7" v="285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2" v="282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68" v="287" actId="27636"/>
          <ac:spMkLst>
            <pc:docMk/>
            <pc:sldMk cId="0" sldId="258"/>
            <ac:spMk id="24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5:02.337" v="456" actId="478"/>
          <ac:picMkLst>
            <pc:docMk/>
            <pc:sldMk cId="0" sldId="258"/>
            <ac:picMk id="32" creationId="{08157735-45C3-EF3D-76BE-10C72BB4342E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5:06.048" v="457" actId="478"/>
        <pc:sldMkLst>
          <pc:docMk/>
          <pc:sldMk cId="0" sldId="259"/>
        </pc:sldMkLst>
        <pc:spChg chg="mod">
          <ac:chgData name="Jeroen Schoemaker" userId="48a9215ced585014" providerId="LiveId" clId="{061E09AF-F1F9-51C1-923C-8049AF6B393E}" dt="2026-07-13T15:33:12.780" v="294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4:13.200" v="9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6" v="300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14.118" v="115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73" v="289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20.614" v="99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33.727" v="103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75" v="291" actId="276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39.266" v="105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44.634" v="106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4" v="298" actId="2763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50.729" v="107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79" v="293" actId="276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5:58.567" v="108" actId="25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2" v="296" actId="276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03.071" v="109" actId="25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73" v="288" actId="2763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08.804" v="110" actId="25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1" v="295" actId="276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73" v="290" actId="276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5" v="299" actId="2763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28.965" v="116" actId="255"/>
          <ac:spMkLst>
            <pc:docMk/>
            <pc:sldMk cId="0" sldId="259"/>
            <ac:spMk id="3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3" v="297" actId="2763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78" v="292" actId="2763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7:16.814" v="128" actId="2763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87" v="301" actId="2763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39.589" v="119" actId="255"/>
          <ac:spMkLst>
            <pc:docMk/>
            <pc:sldMk cId="0" sldId="259"/>
            <ac:spMk id="4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44.699" v="120" actId="255"/>
          <ac:spMkLst>
            <pc:docMk/>
            <pc:sldMk cId="0" sldId="259"/>
            <ac:spMk id="4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50.188" v="121" actId="255"/>
          <ac:spMkLst>
            <pc:docMk/>
            <pc:sldMk cId="0" sldId="259"/>
            <ac:spMk id="4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6:58.735" v="122" actId="255"/>
          <ac:spMkLst>
            <pc:docMk/>
            <pc:sldMk cId="0" sldId="259"/>
            <ac:spMk id="49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5:06.048" v="457" actId="478"/>
          <ac:picMkLst>
            <pc:docMk/>
            <pc:sldMk cId="0" sldId="259"/>
            <ac:picMk id="59" creationId="{2FEDA4EC-6DE5-3B56-B25D-D126749D6EF6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5:13.601" v="458" actId="478"/>
        <pc:sldMkLst>
          <pc:docMk/>
          <pc:sldMk cId="0" sldId="260"/>
        </pc:sldMkLst>
        <pc:spChg chg="mod">
          <ac:chgData name="Jeroen Schoemaker" userId="48a9215ced585014" providerId="LiveId" clId="{061E09AF-F1F9-51C1-923C-8049AF6B393E}" dt="2026-07-13T15:33:12.806" v="322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5" v="309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7" v="312" actId="276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9" v="326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3" v="305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2" v="318" actId="276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8:14.060" v="191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1" v="302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0" v="314" actId="276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8:11.138" v="190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1" v="315" actId="276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4" v="307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3" v="304" actId="276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7" v="324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2" v="303" actId="276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7:53.921" v="151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7" v="310" actId="2763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1" v="316" actId="2763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5" v="308" actId="2763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6" v="323" actId="276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8" v="313" actId="2763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7" v="311" actId="2763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5" v="321" actId="2763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1" v="317" actId="2763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3" v="319" actId="2763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794" v="306" actId="2763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8" v="325" actId="2763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04" v="320" actId="2763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08:33.892" v="199" actId="20577"/>
          <ac:spMkLst>
            <pc:docMk/>
            <pc:sldMk cId="0" sldId="260"/>
            <ac:spMk id="38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5:13.601" v="458" actId="478"/>
          <ac:picMkLst>
            <pc:docMk/>
            <pc:sldMk cId="0" sldId="260"/>
            <ac:picMk id="51" creationId="{C412ED5B-BA9A-17E0-ED2B-65321A8BD726}"/>
          </ac:picMkLst>
        </pc:picChg>
      </pc:sldChg>
      <pc:sldChg chg="addSp delSp modSp mod delAnim modNotesTx">
        <pc:chgData name="Jeroen Schoemaker" userId="48a9215ced585014" providerId="LiveId" clId="{061E09AF-F1F9-51C1-923C-8049AF6B393E}" dt="2026-07-20T10:35:42.206" v="459" actId="478"/>
        <pc:sldMkLst>
          <pc:docMk/>
          <pc:sldMk cId="0" sldId="261"/>
        </pc:sldMkLst>
        <pc:spChg chg="mod">
          <ac:chgData name="Jeroen Schoemaker" userId="48a9215ced585014" providerId="LiveId" clId="{061E09AF-F1F9-51C1-923C-8049AF6B393E}" dt="2026-07-13T15:33:12.817" v="329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18" v="331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18" v="330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0" v="333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19" v="332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15" v="328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14" v="327" actId="27636"/>
          <ac:spMkLst>
            <pc:docMk/>
            <pc:sldMk cId="0" sldId="261"/>
            <ac:spMk id="15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5:42.206" v="459" actId="478"/>
          <ac:picMkLst>
            <pc:docMk/>
            <pc:sldMk cId="0" sldId="261"/>
            <ac:picMk id="20" creationId="{A59C5279-C941-C4B8-D10E-50BC94701E04}"/>
          </ac:picMkLst>
        </pc:picChg>
      </pc:sldChg>
      <pc:sldChg chg="addSp delSp modSp mod modTransition modAnim modNotesTx">
        <pc:chgData name="Jeroen Schoemaker" userId="48a9215ced585014" providerId="LiveId" clId="{061E09AF-F1F9-51C1-923C-8049AF6B393E}" dt="2026-07-13T15:47:13.684" v="443"/>
        <pc:sldMkLst>
          <pc:docMk/>
          <pc:sldMk cId="0" sldId="262"/>
        </pc:sldMkLst>
        <pc:spChg chg="mod">
          <ac:chgData name="Jeroen Schoemaker" userId="48a9215ced585014" providerId="LiveId" clId="{061E09AF-F1F9-51C1-923C-8049AF6B393E}" dt="2026-07-13T15:33:12.832" v="346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5" v="351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6" v="352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9" v="340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7" v="336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2" v="345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5" v="350" actId="276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0" v="343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0" v="342" actId="2763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0" v="341" actId="276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3" v="348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4" v="349" actId="276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1" v="344" actId="276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33" v="347" actId="2763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7" v="337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8" v="339" actId="2763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8" v="338" actId="2763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5" v="335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23" v="334" actId="27636"/>
          <ac:spMkLst>
            <pc:docMk/>
            <pc:sldMk cId="0" sldId="262"/>
            <ac:spMk id="27" creationId="{00000000-0000-0000-0000-000000000000}"/>
          </ac:spMkLst>
        </pc:spChg>
        <pc:picChg chg="add mod">
          <ac:chgData name="Jeroen Schoemaker" userId="48a9215ced585014" providerId="LiveId" clId="{061E09AF-F1F9-51C1-923C-8049AF6B393E}" dt="2026-07-13T15:47:13.684" v="443"/>
          <ac:picMkLst>
            <pc:docMk/>
            <pc:sldMk cId="0" sldId="262"/>
            <ac:picMk id="38" creationId="{3E19584B-2D33-B7A2-F968-7DED0C579EFE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6:07.690" v="460" actId="478"/>
        <pc:sldMkLst>
          <pc:docMk/>
          <pc:sldMk cId="0" sldId="263"/>
        </pc:sldMkLst>
        <pc:spChg chg="mod">
          <ac:chgData name="Jeroen Schoemaker" userId="48a9215ced585014" providerId="LiveId" clId="{061E09AF-F1F9-51C1-923C-8049AF6B393E}" dt="2026-07-13T15:33:12.841" v="353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8" v="363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9" v="365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8" v="364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6" v="361" actId="276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6" v="360" actId="27636"/>
          <ac:spMkLst>
            <pc:docMk/>
            <pc:sldMk cId="0" sldId="263"/>
            <ac:spMk id="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7" v="362" actId="2763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5" v="359" actId="276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5" v="358" actId="2763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4:29:40.929" v="244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4" v="356" actId="276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5" v="357" actId="276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3" v="355" actId="276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2.842" v="354" actId="27636"/>
          <ac:spMkLst>
            <pc:docMk/>
            <pc:sldMk cId="0" sldId="263"/>
            <ac:spMk id="24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6:07.690" v="460" actId="478"/>
          <ac:picMkLst>
            <pc:docMk/>
            <pc:sldMk cId="0" sldId="263"/>
            <ac:picMk id="31" creationId="{84E13224-9443-46B2-91E7-B54010724F5D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6:13.005" v="461" actId="478"/>
        <pc:sldMkLst>
          <pc:docMk/>
          <pc:sldMk cId="0" sldId="264"/>
        </pc:sldMkLst>
        <pc:spChg chg="mod">
          <ac:chgData name="Jeroen Schoemaker" userId="48a9215ced585014" providerId="LiveId" clId="{061E09AF-F1F9-51C1-923C-8049AF6B393E}" dt="2026-07-13T15:33:13.014" v="372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2" v="366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5" v="374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3" v="367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4" v="370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3" v="369" actId="276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4" v="371" actId="276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5" v="375" actId="276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5" v="373" actId="276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3" v="368" actId="27636"/>
          <ac:spMkLst>
            <pc:docMk/>
            <pc:sldMk cId="0" sldId="264"/>
            <ac:spMk id="13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6:13.005" v="461" actId="478"/>
          <ac:picMkLst>
            <pc:docMk/>
            <pc:sldMk cId="0" sldId="264"/>
            <ac:picMk id="20" creationId="{4FB8F92A-983A-CA21-D772-618FE68624C0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6:21.033" v="462" actId="478"/>
        <pc:sldMkLst>
          <pc:docMk/>
          <pc:sldMk cId="0" sldId="265"/>
        </pc:sldMkLst>
        <pc:spChg chg="mod">
          <ac:chgData name="Jeroen Schoemaker" userId="48a9215ced585014" providerId="LiveId" clId="{061E09AF-F1F9-51C1-923C-8049AF6B393E}" dt="2026-07-13T15:33:13.017" v="377" actId="27636"/>
          <ac:spMkLst>
            <pc:docMk/>
            <pc:sldMk cId="0" sldId="265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6" v="376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17" v="378" actId="27636"/>
          <ac:spMkLst>
            <pc:docMk/>
            <pc:sldMk cId="0" sldId="265"/>
            <ac:spMk id="4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6:21.033" v="462" actId="478"/>
          <ac:picMkLst>
            <pc:docMk/>
            <pc:sldMk cId="0" sldId="265"/>
            <ac:picMk id="13" creationId="{48BBB659-33A2-C795-8690-446B3DEDB4EE}"/>
          </ac:picMkLst>
        </pc:picChg>
      </pc:sldChg>
      <pc:sldChg chg="addSp delSp modSp mod modTransition delAnim modAnim modNotesTx">
        <pc:chgData name="Jeroen Schoemaker" userId="48a9215ced585014" providerId="LiveId" clId="{061E09AF-F1F9-51C1-923C-8049AF6B393E}" dt="2026-07-20T10:36:24.565" v="463" actId="478"/>
        <pc:sldMkLst>
          <pc:docMk/>
          <pc:sldMk cId="0" sldId="266"/>
        </pc:sldMkLst>
        <pc:spChg chg="mod">
          <ac:chgData name="Jeroen Schoemaker" userId="48a9215ced585014" providerId="LiveId" clId="{061E09AF-F1F9-51C1-923C-8049AF6B393E}" dt="2026-07-13T15:33:13.024" v="383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1" v="379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4" v="384" actId="276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3" v="381" actId="276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4" v="382" actId="276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2" v="380" actId="27636"/>
          <ac:spMkLst>
            <pc:docMk/>
            <pc:sldMk cId="0" sldId="266"/>
            <ac:spMk id="11" creationId="{00000000-0000-0000-0000-000000000000}"/>
          </ac:spMkLst>
        </pc:spChg>
        <pc:picChg chg="add del mod">
          <ac:chgData name="Jeroen Schoemaker" userId="48a9215ced585014" providerId="LiveId" clId="{061E09AF-F1F9-51C1-923C-8049AF6B393E}" dt="2026-07-20T10:36:24.565" v="463" actId="478"/>
          <ac:picMkLst>
            <pc:docMk/>
            <pc:sldMk cId="0" sldId="266"/>
            <ac:picMk id="19" creationId="{75D2416C-BAAC-0E9A-0B30-5DD6A9994ED2}"/>
          </ac:picMkLst>
        </pc:picChg>
      </pc:sldChg>
      <pc:sldChg chg="modSp mod modNotesTx">
        <pc:chgData name="Jeroen Schoemaker" userId="48a9215ced585014" providerId="LiveId" clId="{061E09AF-F1F9-51C1-923C-8049AF6B393E}" dt="2026-07-13T15:33:13.035" v="401" actId="27636"/>
        <pc:sldMkLst>
          <pc:docMk/>
          <pc:sldMk cId="0" sldId="267"/>
        </pc:sldMkLst>
        <pc:spChg chg="mod">
          <ac:chgData name="Jeroen Schoemaker" userId="48a9215ced585014" providerId="LiveId" clId="{061E09AF-F1F9-51C1-923C-8049AF6B393E}" dt="2026-07-13T15:33:13.031" v="393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0" v="392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0" v="390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9" v="388" actId="27636"/>
          <ac:spMkLst>
            <pc:docMk/>
            <pc:sldMk cId="0" sldId="267"/>
            <ac:spMk id="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9" v="387" actId="27636"/>
          <ac:spMkLst>
            <pc:docMk/>
            <pc:sldMk cId="0" sldId="267"/>
            <ac:spMk id="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5" v="401" actId="2763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4" v="399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2" v="397" actId="2763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1" v="395" actId="2763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1" v="394" actId="276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2" v="396" actId="276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0" v="391" actId="2763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0" v="389" actId="2763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8" v="386" actId="2763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27" v="385" actId="27636"/>
          <ac:spMkLst>
            <pc:docMk/>
            <pc:sldMk cId="0" sldId="267"/>
            <ac:spMk id="28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4" v="400" actId="27636"/>
          <ac:spMkLst>
            <pc:docMk/>
            <pc:sldMk cId="0" sldId="267"/>
            <ac:spMk id="3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34" v="398" actId="27636"/>
          <ac:spMkLst>
            <pc:docMk/>
            <pc:sldMk cId="0" sldId="267"/>
            <ac:spMk id="32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40" v="403" actId="27636"/>
        <pc:sldMkLst>
          <pc:docMk/>
          <pc:sldMk cId="0" sldId="268"/>
        </pc:sldMkLst>
        <pc:spChg chg="mod">
          <ac:chgData name="Jeroen Schoemaker" userId="48a9215ced585014" providerId="LiveId" clId="{061E09AF-F1F9-51C1-923C-8049AF6B393E}" dt="2026-07-13T15:33:13.039" v="402" actId="27636"/>
          <ac:spMkLst>
            <pc:docMk/>
            <pc:sldMk cId="0" sldId="268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0" v="403" actId="27636"/>
          <ac:spMkLst>
            <pc:docMk/>
            <pc:sldMk cId="0" sldId="268"/>
            <ac:spMk id="3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42" v="405" actId="27636"/>
        <pc:sldMkLst>
          <pc:docMk/>
          <pc:sldMk cId="0" sldId="269"/>
        </pc:sldMkLst>
        <pc:spChg chg="mod">
          <ac:chgData name="Jeroen Schoemaker" userId="48a9215ced585014" providerId="LiveId" clId="{061E09AF-F1F9-51C1-923C-8049AF6B393E}" dt="2026-07-13T15:33:13.042" v="405" actId="27636"/>
          <ac:spMkLst>
            <pc:docMk/>
            <pc:sldMk cId="0" sldId="269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2" v="404" actId="27636"/>
          <ac:spMkLst>
            <pc:docMk/>
            <pc:sldMk cId="0" sldId="269"/>
            <ac:spMk id="3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46" v="410" actId="27636"/>
        <pc:sldMkLst>
          <pc:docMk/>
          <pc:sldMk cId="0" sldId="270"/>
        </pc:sldMkLst>
        <pc:spChg chg="mod">
          <ac:chgData name="Jeroen Schoemaker" userId="48a9215ced585014" providerId="LiveId" clId="{061E09AF-F1F9-51C1-923C-8049AF6B393E}" dt="2026-07-13T15:33:13.045" v="406" actId="27636"/>
          <ac:spMkLst>
            <pc:docMk/>
            <pc:sldMk cId="0" sldId="270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6" v="408" actId="276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6" v="407" actId="27636"/>
          <ac:spMkLst>
            <pc:docMk/>
            <pc:sldMk cId="0" sldId="270"/>
            <ac:spMk id="4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6" v="409" actId="27636"/>
          <ac:spMkLst>
            <pc:docMk/>
            <pc:sldMk cId="0" sldId="270"/>
            <ac:spMk id="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6" v="410" actId="27636"/>
          <ac:spMkLst>
            <pc:docMk/>
            <pc:sldMk cId="0" sldId="270"/>
            <ac:spMk id="8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49" v="412" actId="27636"/>
        <pc:sldMkLst>
          <pc:docMk/>
          <pc:sldMk cId="0" sldId="271"/>
        </pc:sldMkLst>
        <pc:spChg chg="mod">
          <ac:chgData name="Jeroen Schoemaker" userId="48a9215ced585014" providerId="LiveId" clId="{061E09AF-F1F9-51C1-923C-8049AF6B393E}" dt="2026-07-13T15:33:13.048" v="411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49" v="412" actId="27636"/>
          <ac:spMkLst>
            <pc:docMk/>
            <pc:sldMk cId="0" sldId="271"/>
            <ac:spMk id="3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56" v="414" actId="27636"/>
        <pc:sldMkLst>
          <pc:docMk/>
          <pc:sldMk cId="0" sldId="272"/>
        </pc:sldMkLst>
        <pc:spChg chg="mod">
          <ac:chgData name="Jeroen Schoemaker" userId="48a9215ced585014" providerId="LiveId" clId="{061E09AF-F1F9-51C1-923C-8049AF6B393E}" dt="2026-07-13T15:33:13.056" v="414" actId="27636"/>
          <ac:spMkLst>
            <pc:docMk/>
            <pc:sldMk cId="0" sldId="272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54" v="413" actId="27636"/>
          <ac:spMkLst>
            <pc:docMk/>
            <pc:sldMk cId="0" sldId="272"/>
            <ac:spMk id="3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65" v="422" actId="27636"/>
        <pc:sldMkLst>
          <pc:docMk/>
          <pc:sldMk cId="0" sldId="273"/>
        </pc:sldMkLst>
        <pc:spChg chg="mod">
          <ac:chgData name="Jeroen Schoemaker" userId="48a9215ced585014" providerId="LiveId" clId="{061E09AF-F1F9-51C1-923C-8049AF6B393E}" dt="2026-07-13T15:33:13.064" v="419" actId="27636"/>
          <ac:spMkLst>
            <pc:docMk/>
            <pc:sldMk cId="0" sldId="273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5" v="420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1" v="415" actId="27636"/>
          <ac:spMkLst>
            <pc:docMk/>
            <pc:sldMk cId="0" sldId="273"/>
            <ac:spMk id="5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5" v="422" actId="27636"/>
          <ac:spMkLst>
            <pc:docMk/>
            <pc:sldMk cId="0" sldId="273"/>
            <ac:spMk id="6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3" v="417" actId="27636"/>
          <ac:spMkLst>
            <pc:docMk/>
            <pc:sldMk cId="0" sldId="273"/>
            <ac:spMk id="9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2" v="416" actId="2763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5" v="421" actId="2763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3" v="418" actId="27636"/>
          <ac:spMkLst>
            <pc:docMk/>
            <pc:sldMk cId="0" sldId="273"/>
            <ac:spMk id="14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68" v="424" actId="27636"/>
        <pc:sldMkLst>
          <pc:docMk/>
          <pc:sldMk cId="0" sldId="274"/>
        </pc:sldMkLst>
        <pc:spChg chg="mod">
          <ac:chgData name="Jeroen Schoemaker" userId="48a9215ced585014" providerId="LiveId" clId="{061E09AF-F1F9-51C1-923C-8049AF6B393E}" dt="2026-07-13T15:33:13.067" v="423" actId="27636"/>
          <ac:spMkLst>
            <pc:docMk/>
            <pc:sldMk cId="0" sldId="274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68" v="424" actId="27636"/>
          <ac:spMkLst>
            <pc:docMk/>
            <pc:sldMk cId="0" sldId="274"/>
            <ac:spMk id="3" creationId="{00000000-0000-0000-0000-000000000000}"/>
          </ac:spMkLst>
        </pc:spChg>
      </pc:sldChg>
      <pc:sldChg chg="modSp mod modNotesTx">
        <pc:chgData name="Jeroen Schoemaker" userId="48a9215ced585014" providerId="LiveId" clId="{061E09AF-F1F9-51C1-923C-8049AF6B393E}" dt="2026-07-13T15:33:13.072" v="426" actId="27636"/>
        <pc:sldMkLst>
          <pc:docMk/>
          <pc:sldMk cId="0" sldId="275"/>
        </pc:sldMkLst>
        <pc:spChg chg="mod">
          <ac:chgData name="Jeroen Schoemaker" userId="48a9215ced585014" providerId="LiveId" clId="{061E09AF-F1F9-51C1-923C-8049AF6B393E}" dt="2026-07-13T15:33:13.072" v="426" actId="27636"/>
          <ac:spMkLst>
            <pc:docMk/>
            <pc:sldMk cId="0" sldId="275"/>
            <ac:spMk id="2" creationId="{00000000-0000-0000-0000-000000000000}"/>
          </ac:spMkLst>
        </pc:spChg>
        <pc:spChg chg="mod">
          <ac:chgData name="Jeroen Schoemaker" userId="48a9215ced585014" providerId="LiveId" clId="{061E09AF-F1F9-51C1-923C-8049AF6B393E}" dt="2026-07-13T15:33:13.071" v="425" actId="27636"/>
          <ac:spMkLst>
            <pc:docMk/>
            <pc:sldMk cId="0" sldId="27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1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204121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IMPLEMENTATION PRESENTATION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3794671"/>
            <a:ext cx="12753975" cy="1781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614"/>
              </a:lnSpc>
              <a:buNone/>
            </a:pPr>
            <a:r>
              <a:rPr lang="en-US" sz="6600" b="1" kern="0" spc="-132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Academic Research Agent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047750" y="5919043"/>
            <a:ext cx="914400" cy="47625"/>
          </a:xfrm>
          <a:prstGeom prst="roundRect">
            <a:avLst>
              <a:gd name="adj" fmla="val 4000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6252418"/>
            <a:ext cx="11576685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supervisor architecture over a blackboard hub — modelling research as an auditable</a:t>
            </a:r>
            <a:r>
              <a:rPr lang="en-US" sz="270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sequential pipeline</a:t>
            </a:r>
            <a:r>
              <a:rPr lang="en-US" sz="27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32"/>
    </mc:Choice>
    <mc:Fallback xmlns="">
      <p:transition spd="slow" advTm="7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THE DESIGN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process for an evolving understanding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405063"/>
            <a:ext cx="8355360" cy="1143000"/>
          </a:xfrm>
          <a:prstGeom prst="roundRect">
            <a:avLst>
              <a:gd name="adj" fmla="val 1000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4925" y="2643188"/>
            <a:ext cx="4000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819275" y="2643188"/>
            <a:ext cx="484658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architecture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19275" y="3019425"/>
            <a:ext cx="48465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>
                <a:solidFill>
                  <a:srgbClr val="5C6672"/>
                </a:solidFill>
                <a:latin typeface="Arial" pitchFamily="34" charset="0"/>
                <a:cs typeface="Arial" pitchFamily="34" charset="-120"/>
              </a:rPr>
              <a:t>Handles state of resolution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3738563"/>
            <a:ext cx="8355360" cy="1143000"/>
          </a:xfrm>
          <a:prstGeom prst="roundRect">
            <a:avLst>
              <a:gd name="adj" fmla="val 1000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04925" y="3976687"/>
            <a:ext cx="4000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819275" y="3976687"/>
            <a:ext cx="558630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Blackboard knowledge hub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19275" y="4352925"/>
            <a:ext cx="55863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 for multi-agent communication.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5072063"/>
            <a:ext cx="8355360" cy="1143000"/>
          </a:xfrm>
          <a:prstGeom prst="roundRect">
            <a:avLst>
              <a:gd name="adj" fmla="val 1000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04925" y="5310188"/>
            <a:ext cx="4000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19275" y="5310188"/>
            <a:ext cx="505473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pipeline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19275" y="5686425"/>
            <a:ext cx="505473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modelled as an ordered workflow.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74610" y="2405063"/>
            <a:ext cx="7265566" cy="2324398"/>
          </a:xfrm>
          <a:prstGeom prst="roundRect">
            <a:avLst>
              <a:gd name="adj" fmla="val 5737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98460" y="2728913"/>
            <a:ext cx="72796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298460" y="3152775"/>
            <a:ext cx="6816402" cy="86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90"/>
              </a:lnSpc>
              <a:buNone/>
            </a:pPr>
            <a:r>
              <a:rPr lang="en-US" sz="2550" b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r>
              <a:rPr lang="en-US" sz="25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research </a:t>
            </a:r>
            <a:r>
              <a:rPr lang="en-US" sz="2550" b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sufficient?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298460" y="4115098"/>
            <a:ext cx="72796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that resolution is the Supervisor's job.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74610" y="8039100"/>
            <a:ext cx="79921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74610" y="8443913"/>
            <a:ext cx="79921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How it was implemented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74610" y="8829675"/>
            <a:ext cx="79921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Challenges &amp; resolutions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974610" y="9215438"/>
            <a:ext cx="79921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 demonstration</a:t>
            </a:r>
            <a:endParaRPr lang="en-US" sz="1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220"/>
    </mc:Choice>
    <mc:Fallback xmlns="">
      <p:transition spd="slow" advTm="4522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THE STACK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</a:t>
            </a: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r>
              <a:rPr lang="en-US" sz="4500" b="1" kern="0" spc="-67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minimal configuration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319463"/>
            <a:ext cx="77533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576513"/>
            <a:ext cx="1790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971800" y="2576513"/>
            <a:ext cx="60041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— open source, native LangChain integration, no setup.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4281488"/>
            <a:ext cx="77533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7750" y="3538538"/>
            <a:ext cx="1790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971800" y="3538538"/>
            <a:ext cx="60041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Blackboard persistence — ships with Python, no third-party install.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048250"/>
            <a:ext cx="77533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7750" y="4500563"/>
            <a:ext cx="18859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pypdf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971800" y="4500563"/>
            <a:ext cx="354557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text extraction, open source.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1" y="5267325"/>
            <a:ext cx="19240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OpenAlex </a:t>
            </a:r>
          </a:p>
          <a:p>
            <a:pPr marL="0" indent="0" algn="l">
              <a:buNone/>
            </a:pPr>
            <a:r>
              <a:rPr lang="en-US" sz="2250" b="1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</a:t>
            </a: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arXiv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971801" y="5267325"/>
            <a:ext cx="5980848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Scholarly source discovery — open, no API key required.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86900" y="3462338"/>
            <a:ext cx="77533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86900" y="2576513"/>
            <a:ext cx="242805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· Qwen3:4b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48306" y="2576513"/>
            <a:ext cx="5347702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local LLM — no keys, no cost; supports tool calling.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86900" y="4229100"/>
            <a:ext cx="77533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86900" y="3681413"/>
            <a:ext cx="18859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410950" y="3681413"/>
            <a:ext cx="516835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tooling — a widely used agent framework.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86900" y="4995863"/>
            <a:ext cx="775335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86900" y="4448175"/>
            <a:ext cx="18859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410950" y="4448175"/>
            <a:ext cx="481850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pipeline graph and control flow.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86900" y="5214938"/>
            <a:ext cx="55121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dependency is open source and runs locally.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40"/>
    </mc:Choice>
    <mc:Fallback xmlns="">
      <p:transition spd="slow" advTm="3224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THE RESEARCH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LangGraph </a:t>
            </a: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2266950" y="2538413"/>
            <a:ext cx="14058900" cy="1905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66950" y="2538413"/>
            <a:ext cx="1905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306800" y="2538413"/>
            <a:ext cx="19050" cy="4572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81225" y="2909888"/>
            <a:ext cx="2181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8889"/>
              </a:lnSpc>
              <a:buNone/>
            </a:pPr>
            <a:r>
              <a:rPr lang="en-US" sz="15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52828" y="2652713"/>
            <a:ext cx="5487070" cy="266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11824" y="2652713"/>
            <a:ext cx="57690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converged — run </a:t>
            </a:r>
            <a:r>
              <a:rPr lang="en-US" sz="1800" b="1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loop </a:t>
            </a: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34480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19275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12764" y="3290888"/>
            <a:ext cx="1456134" cy="614363"/>
          </a:xfrm>
          <a:prstGeom prst="roundRect">
            <a:avLst>
              <a:gd name="adj" fmla="val 15504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12789" y="3452813"/>
            <a:ext cx="11322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4623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48112" y="3290888"/>
            <a:ext cx="1031602" cy="614363"/>
          </a:xfrm>
          <a:prstGeom prst="roundRect">
            <a:avLst>
              <a:gd name="adj" fmla="val 15504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48137" y="3452813"/>
            <a:ext cx="70775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65440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58929" y="3290888"/>
            <a:ext cx="1670596" cy="614363"/>
          </a:xfrm>
          <a:prstGeom prst="roundRect">
            <a:avLst>
              <a:gd name="adj" fmla="val 15504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58954" y="3452813"/>
            <a:ext cx="134674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15249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08738" y="3290888"/>
            <a:ext cx="964481" cy="614363"/>
          </a:xfrm>
          <a:prstGeom prst="roundRect">
            <a:avLst>
              <a:gd name="adj" fmla="val 15504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08763" y="3452813"/>
            <a:ext cx="6406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58944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52433" y="3290888"/>
            <a:ext cx="1018580" cy="614363"/>
          </a:xfrm>
          <a:prstGeom prst="roundRect">
            <a:avLst>
              <a:gd name="adj" fmla="val 15504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52458" y="3452813"/>
            <a:ext cx="694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856738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150227" y="3290888"/>
            <a:ext cx="1384548" cy="614363"/>
          </a:xfrm>
          <a:prstGeom prst="roundRect">
            <a:avLst>
              <a:gd name="adj" fmla="val 15504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350252" y="3452813"/>
            <a:ext cx="10606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620500" y="3464719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913989" y="3167063"/>
            <a:ext cx="1538362" cy="862013"/>
          </a:xfrm>
          <a:prstGeom prst="roundRect">
            <a:avLst>
              <a:gd name="adj" fmla="val 11050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123539" y="3319463"/>
            <a:ext cx="119546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085439" y="3609975"/>
            <a:ext cx="11954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971264" y="4362450"/>
            <a:ext cx="198769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— └▸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4892561" y="4238625"/>
            <a:ext cx="1252165" cy="519113"/>
          </a:xfrm>
          <a:prstGeom prst="roundRect">
            <a:avLst>
              <a:gd name="adj" fmla="val 18349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5102111" y="4352925"/>
            <a:ext cx="9092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259026" y="4364831"/>
            <a:ext cx="283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581090" y="4348163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47750" y="8150721"/>
            <a:ext cx="28575" cy="135522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85875" y="8150721"/>
            <a:ext cx="899624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is deterministic code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285875" y="8546009"/>
            <a:ext cx="842375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stops when it yields no new </a:t>
            </a:r>
            <a:r>
              <a:rPr lang="en-US" sz="1800" i="1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</a:t>
            </a: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no new </a:t>
            </a:r>
            <a:r>
              <a:rPr lang="en-US" sz="180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terms</a:t>
            </a:r>
            <a:r>
              <a:rPr lang="en-US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the loop limit.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21478" y="8150721"/>
            <a:ext cx="80505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COUNTS ONLY IF IT IS USEFUL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921478" y="8550771"/>
            <a:ext cx="1420192" cy="4762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102453" y="8655546"/>
            <a:ext cx="11344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Reputable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436921" y="8550771"/>
            <a:ext cx="1237283" cy="4762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617896" y="8655546"/>
            <a:ext cx="9515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topic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769453" y="8550771"/>
            <a:ext cx="1537171" cy="4762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50428" y="8655546"/>
            <a:ext cx="12514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Collectable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4401874" y="8550771"/>
            <a:ext cx="1930078" cy="476250"/>
          </a:xfrm>
          <a:prstGeom prst="roundRect">
            <a:avLst>
              <a:gd name="adj" fmla="val 50000"/>
            </a:avLst>
          </a:prstGeom>
          <a:solidFill>
            <a:srgbClr val="F4F5F7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582849" y="8655546"/>
            <a:ext cx="1644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enough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840"/>
    </mc:Choice>
    <mc:Fallback xmlns="">
      <p:transition spd="slow" advTm="14084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THE AGENTS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carries a deliberate trade-off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671763"/>
            <a:ext cx="16192500" cy="19050"/>
          </a:xfrm>
          <a:prstGeom prst="rect">
            <a:avLst/>
          </a:prstGeom>
          <a:solidFill>
            <a:srgbClr val="1419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290763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28691" y="2290763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6004" y="2290763"/>
            <a:ext cx="82986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TRADE-OFF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3776662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833688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8691" y="2833688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state of resolution.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6004" y="2833688"/>
            <a:ext cx="777057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window sets a hard limit on how much we can include, so a loop limit does the job. Model reasoning would not add much under that constraint.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72038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3929063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8691" y="3929063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&amp; </a:t>
            </a:r>
            <a:r>
              <a:rPr lang="en-US" sz="180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 relevant sources</a:t>
            </a: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6004" y="3929063"/>
            <a:ext cx="777057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Leans on the search engine’s top results. It refines queries like a user instead of trawling, so it is only as good as that ranking and might miss what a deep trawl would find.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434013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5024438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8691" y="5024438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text from each document.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6004" y="5024438"/>
            <a:ext cx="82986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It picks the extraction tool from the file format.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7750" y="6262688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5586413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8691" y="5586413"/>
            <a:ext cx="502800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topical relevance; writes a summary + up to 4 claims </a:t>
            </a:r>
            <a:r>
              <a:rPr lang="en-US" sz="180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evidence for each source.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96004" y="5586413"/>
            <a:ext cx="777057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and integrates to fit the small context. We may lose some detail, but a more powerful model that avoids this costs more and runs slower.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6824663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6415088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28691" y="6415088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tier + justification.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6004" y="6415088"/>
            <a:ext cx="82986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vetted registry needs manual upkeep, but it gives us reliability.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7750" y="7653337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7750" y="6977063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28691" y="6977063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Mines keywords / related topics.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96004" y="6977063"/>
            <a:ext cx="777057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suggestions. It might miss a keyword, but it protects against pulling in more less relevant sources and keeps latency down.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8482013"/>
            <a:ext cx="1619250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47750" y="7805738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28691" y="7805738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final report (PDF + markdown).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96004" y="7805738"/>
            <a:ext cx="777057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chunking as the Summariser. We risk losing detail, but without it the report quality drops.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7750" y="8634413"/>
            <a:ext cx="3514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28691" y="8634413"/>
            <a:ext cx="53697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tool calls &amp; decisions.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96004" y="8634413"/>
            <a:ext cx="777057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Busier blackboard, but the agent stays fully transparent. </a:t>
            </a:r>
            <a:r>
              <a:rPr lang="en-US" sz="180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for more </a:t>
            </a: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648"/>
    </mc:Choice>
    <mc:Fallback xmlns="">
      <p:transition spd="slow" advTm="16564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access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214563"/>
            <a:ext cx="11282363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sources sit behind captchas or paywalls. Rather than crash — detect, skip, and leave a trace.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3711773"/>
            <a:ext cx="5257800" cy="1865933"/>
          </a:xfrm>
          <a:prstGeom prst="roundRect">
            <a:avLst>
              <a:gd name="adj" fmla="val 714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62075" y="4045148"/>
            <a:ext cx="50920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075" y="4478536"/>
            <a:ext cx="50920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&amp; flag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62075" y="4892873"/>
            <a:ext cx="5092065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</a:t>
            </a:r>
            <a:r>
              <a:rPr lang="en-US" sz="19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restricted </a:t>
            </a: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9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captcha</a:t>
            </a: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15100" y="3711773"/>
            <a:ext cx="5257800" cy="1865933"/>
          </a:xfrm>
          <a:prstGeom prst="roundRect">
            <a:avLst>
              <a:gd name="adj" fmla="val 714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29425" y="4045148"/>
            <a:ext cx="50920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29425" y="4478536"/>
            <a:ext cx="50920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cleanly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829425" y="4892873"/>
            <a:ext cx="509206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continues; no crash, no stall.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982450" y="3711773"/>
            <a:ext cx="5257800" cy="1865933"/>
          </a:xfrm>
          <a:prstGeom prst="roundRect">
            <a:avLst>
              <a:gd name="adj" fmla="val 714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96775" y="4045148"/>
            <a:ext cx="50920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96775" y="4478536"/>
            <a:ext cx="509206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reason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2296775" y="4892873"/>
            <a:ext cx="509206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omission is visible in the report.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47750" y="5901556"/>
            <a:ext cx="178117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 </a:t>
            </a:r>
            <a:r>
              <a:rPr lang="en-US" sz="1800" dirty="0">
                <a:solidFill>
                  <a:srgbClr val="5C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test_fetch_captcha_is_recorded_on_the_source </a:t>
            </a: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real example in Appendix, evidence 4.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60"/>
    </mc:Choice>
    <mc:Fallback xmlns="">
      <p:transition spd="slow" advTm="2246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size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95513"/>
            <a:ext cx="1177290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local model can't fit one long paper. The pattern everywhere: chunk → summarise → integrate.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3540323"/>
            <a:ext cx="9017496" cy="1564928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3975" y="3778448"/>
            <a:ext cx="931155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23975" y="4173736"/>
            <a:ext cx="871899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(~12k tokens) → summarise each → merge. Before the fix, only the first slice was ever read.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5276701"/>
            <a:ext cx="9017496" cy="1564928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3975" y="5514826"/>
            <a:ext cx="931155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23975" y="5910114"/>
            <a:ext cx="871899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Summarises summaries — capped at 8 papers each, then integrated. Quality drops sharply past ~2,000 words.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7013079"/>
            <a:ext cx="2904232" cy="1095375"/>
          </a:xfrm>
          <a:prstGeom prst="roundRect">
            <a:avLst>
              <a:gd name="adj" fmla="val 10435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2088" y="7203579"/>
            <a:ext cx="27755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~12k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12088" y="7651254"/>
            <a:ext cx="27755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/ chunk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04382" y="7013079"/>
            <a:ext cx="2904232" cy="1095375"/>
          </a:xfrm>
          <a:prstGeom prst="roundRect">
            <a:avLst>
              <a:gd name="adj" fmla="val 10435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68720" y="7203579"/>
            <a:ext cx="27755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4168720" y="7651254"/>
            <a:ext cx="27755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/ summary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61014" y="7013079"/>
            <a:ext cx="2904232" cy="1095375"/>
          </a:xfrm>
          <a:prstGeom prst="roundRect">
            <a:avLst>
              <a:gd name="adj" fmla="val 10435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5352" y="7203579"/>
            <a:ext cx="27755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~2k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7225352" y="7651254"/>
            <a:ext cx="27755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ceiling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60546" y="4632424"/>
            <a:ext cx="7347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LEARNINGS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60546" y="5127724"/>
            <a:ext cx="28575" cy="1435373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798671" y="5127724"/>
            <a:ext cx="708573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 vs structured output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798671" y="5523012"/>
            <a:ext cx="6634826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couldn't produce real analysis — each section is a plain chat call, gated against boilerplate (one run logged 12 rejections).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560546" y="6791697"/>
            <a:ext cx="28575" cy="108867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798671" y="6791697"/>
            <a:ext cx="708573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in code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798671" y="7186985"/>
            <a:ext cx="663482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Claims, sources, audit trail and appendix are deterministic — facts aren't left to a model.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560546" y="8147075"/>
            <a:ext cx="73476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failures are in Appendix, evidence 1, 2 &amp; 5.</a:t>
            </a:r>
            <a:endParaRPr lang="en-US" sz="1800" dirty="0"/>
          </a:p>
        </p:txBody>
      </p:sp>
      <p:pic>
        <p:nvPicPr>
          <p:cNvPr id="38" name="Audio 37">
            <a:extLst>
              <a:ext uri="{FF2B5EF4-FFF2-40B4-BE49-F238E27FC236}">
                <a16:creationId xmlns:a16="http://schemas.microsoft.com/office/drawing/2014/main" id="{3E19584B-2D33-B7A2-F968-7DED0C579E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22800" y="9321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181"/>
    </mc:Choice>
    <mc:Fallback xmlns="">
      <p:transition spd="slow" advTm="94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are endless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347913"/>
            <a:ext cx="5915620" cy="1643063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4925" y="2586038"/>
            <a:ext cx="59413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04925" y="2947988"/>
            <a:ext cx="173541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5h 12m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2977828" y="3095625"/>
            <a:ext cx="15552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30 sources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04925" y="3486150"/>
            <a:ext cx="59413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 44s for one 22-page paper. </a:t>
            </a: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(evidence 7)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162425"/>
            <a:ext cx="5915620" cy="1556296"/>
          </a:xfrm>
          <a:prstGeom prst="roundRect">
            <a:avLst>
              <a:gd name="adj" fmla="val 734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04925" y="4400550"/>
            <a:ext cx="59413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4925" y="4762500"/>
            <a:ext cx="556330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limit </a:t>
            </a: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workflow and a </a:t>
            </a: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limit </a:t>
            </a: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researcher — never an unanalysable pile.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96770" y="2347913"/>
            <a:ext cx="107178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MECHANISMS KEEP IT SELECTIVE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6770" y="3702248"/>
            <a:ext cx="974348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6770" y="2890838"/>
            <a:ext cx="4191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049220" y="2890838"/>
            <a:ext cx="946676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the ranking. </a:t>
            </a: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only top results — mirroring how users refine a query rather than trawl page after </a:t>
            </a:r>
            <a:r>
              <a:rPr lang="en-US" sz="195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496770" y="4723209"/>
            <a:ext cx="974348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6770" y="3911798"/>
            <a:ext cx="4191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049220" y="3911798"/>
            <a:ext cx="946676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 the minimum. </a:t>
            </a: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loop, gather no more than the user's minimum number of sources.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496770" y="5451872"/>
            <a:ext cx="9743480" cy="9525"/>
          </a:xfrm>
          <a:prstGeom prst="rect">
            <a:avLst/>
          </a:prstGeom>
          <a:solidFill>
            <a:srgbClr val="E4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6770" y="4932759"/>
            <a:ext cx="4191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8049220" y="4932759"/>
            <a:ext cx="858123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 criteria. </a:t>
            </a: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limited loops, keep only sources that meet its bar.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96770" y="5661422"/>
            <a:ext cx="4191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049220" y="5661422"/>
            <a:ext cx="9466761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topical relevance. </a:t>
            </a:r>
            <a:r>
              <a:rPr lang="en-US" sz="1950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keyword overlap — a query needs two specific terms tied to the topic; shared-technique-only papers are flagged unrelated. </a:t>
            </a:r>
            <a:r>
              <a:rPr lang="en-US" sz="195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(Appendix, evidence 3)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496770" y="6959501"/>
            <a:ext cx="1071782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relevance check is a judgement call — it catches most off-topic sources, not all. </a:t>
            </a:r>
            <a:r>
              <a:rPr lang="en-US" sz="18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(evidence 6)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009"/>
    </mc:Choice>
    <mc:Fallback xmlns="">
      <p:transition spd="slow" advTm="15400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AUDITABILITY &amp; MEMORY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blackboard is memory and audit trail at once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95513"/>
            <a:ext cx="1216533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never call each other — they read and write the same SQLite tables. Communication, memory and the audit trail are one mechanism.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3540323"/>
            <a:ext cx="7934325" cy="5389364"/>
          </a:xfrm>
          <a:prstGeom prst="roundRect">
            <a:avLst>
              <a:gd name="adj" fmla="val 2474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3883223"/>
            <a:ext cx="80152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communication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4373761"/>
            <a:ext cx="750522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posted by the researcher is picked up by the summariser on its turn — no direct hand-off.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5244257"/>
            <a:ext cx="750522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retry loop, the researcher reads back the whole history, so it never repeats a query.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05925" y="3540323"/>
            <a:ext cx="7934325" cy="5389364"/>
          </a:xfrm>
          <a:prstGeom prst="roundRect">
            <a:avLst>
              <a:gd name="adj" fmla="val 2474"/>
            </a:avLst>
          </a:prstGeom>
          <a:solidFill>
            <a:srgbClr val="EE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29775" y="3883223"/>
            <a:ext cx="801528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629775" y="4373761"/>
            <a:ext cx="750522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error, justification, decision and action is logged and appended to the report as a worklog.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629775" y="5244257"/>
            <a:ext cx="750522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 is just SQLite, the whole run can be queried and reproduced afterwards.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9215438"/>
            <a:ext cx="178117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3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and auditability are the same mechanism — not two things we built.</a:t>
            </a:r>
            <a:endParaRPr lang="en-US" sz="1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810"/>
    </mc:Choice>
    <mc:Fallback xmlns="">
      <p:transition spd="slow" advTm="7181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79302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DEMONSTRATION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793024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the agent published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568461" y="1657350"/>
            <a:ext cx="51389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claims · ranked sources · worklog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6574482" y="2233613"/>
            <a:ext cx="5138961" cy="7272263"/>
          </a:xfrm>
          <a:prstGeom prst="roundRect">
            <a:avLst>
              <a:gd name="adj" fmla="val 1112"/>
            </a:avLst>
          </a:prstGeom>
          <a:ln/>
          <a:effectLst>
            <a:outerShdw blurRad="571500" dist="190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4482" y="2233613"/>
            <a:ext cx="5138961" cy="72722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60"/>
    </mc:Choice>
    <mc:Fallback xmlns="">
      <p:transition spd="slow" advTm="1146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56212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DEMONSTRATION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5621261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factual sections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652525" y="1657350"/>
            <a:ext cx="39464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code, not the model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2271713"/>
            <a:ext cx="57555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&amp; hypotheses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2695575"/>
            <a:ext cx="5232350" cy="6810375"/>
          </a:xfrm>
          <a:prstGeom prst="roundRect">
            <a:avLst>
              <a:gd name="adj" fmla="val 1820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b="7945"/>
          <a:stretch/>
        </p:blipFill>
        <p:spPr>
          <a:xfrm>
            <a:off x="1057275" y="2705100"/>
            <a:ext cx="5213300" cy="679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27750" y="2271713"/>
            <a:ext cx="575566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sources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527750" y="2695575"/>
            <a:ext cx="5232425" cy="6810375"/>
          </a:xfrm>
          <a:prstGeom prst="roundRect">
            <a:avLst>
              <a:gd name="adj" fmla="val 1820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b="7946"/>
          <a:stretch/>
        </p:blipFill>
        <p:spPr>
          <a:xfrm>
            <a:off x="6537275" y="2705100"/>
            <a:ext cx="5213375" cy="679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07825" y="2271713"/>
            <a:ext cx="57555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/ worklog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12007825" y="2695575"/>
            <a:ext cx="5232350" cy="6810375"/>
          </a:xfrm>
          <a:prstGeom prst="roundRect">
            <a:avLst>
              <a:gd name="adj" fmla="val 1820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b="7945"/>
          <a:stretch/>
        </p:blipFill>
        <p:spPr>
          <a:xfrm>
            <a:off x="12017350" y="2705100"/>
            <a:ext cx="5213300" cy="6791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80"/>
    </mc:Choice>
    <mc:Fallback xmlns="">
      <p:transition spd="slow" advTm="2948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blackboard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95513"/>
            <a:ext cx="1177290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537"/>
              </a:lnSpc>
              <a:buNone/>
            </a:pPr>
            <a:r>
              <a:rPr lang="en-US" sz="27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problems, each provable straight from the SQLite blackboard or the report itself.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47750" y="3464123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04925" y="3702248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666875" y="3716536"/>
            <a:ext cx="46058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summaries on long papers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666875" y="4092773"/>
            <a:ext cx="46058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 — context window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29725" y="3464123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86900" y="3702248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848850" y="3716536"/>
            <a:ext cx="453683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describing themselves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48850" y="4092773"/>
            <a:ext cx="45368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 — boilerplate gating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4769048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04925" y="5007173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666875" y="5021461"/>
            <a:ext cx="527083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query pulls unrelated fields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66875" y="5397698"/>
            <a:ext cx="5270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 — relevance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29725" y="4769048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86900" y="5007173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48850" y="5021461"/>
            <a:ext cx="535735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CAPTCHA detected, not crashed 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848850" y="5397698"/>
            <a:ext cx="53573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 — restricted access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073973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04925" y="6312098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666875" y="6326386"/>
            <a:ext cx="539484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quality drops past 8 sources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666875" y="6702623"/>
            <a:ext cx="53948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 — 8-source cap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29725" y="6073973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86900" y="6312098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848850" y="6326386"/>
            <a:ext cx="53158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relevance check lets two through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848850" y="6702623"/>
            <a:ext cx="5315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 — a judgement call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7750" y="7378898"/>
            <a:ext cx="8010525" cy="1133475"/>
          </a:xfrm>
          <a:prstGeom prst="roundRect">
            <a:avLst>
              <a:gd name="adj" fmla="val 10084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04925" y="7617023"/>
            <a:ext cx="2476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666875" y="7631311"/>
            <a:ext cx="261618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latency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666875" y="8007548"/>
            <a:ext cx="26161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 — time cost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1 · CHALLENGE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summaries on long papers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22- and a 27-page paper each summarised in ~90 words — only the first slice was ever read.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601492"/>
            <a:ext cx="16192500" cy="5016624"/>
          </a:xfrm>
          <a:prstGeom prst="roundRect">
            <a:avLst>
              <a:gd name="adj" fmla="val 1899"/>
            </a:avLst>
          </a:prstGeom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31" b="-131"/>
          <a:stretch/>
        </p:blipFill>
        <p:spPr>
          <a:xfrm>
            <a:off x="1047750" y="3601492"/>
            <a:ext cx="16192500" cy="50166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2 · CHALLENGE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describing themselves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rejections in one run — the boilerplate gate caught each and forced a retry.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756669" y="2713658"/>
            <a:ext cx="12774662" cy="6792218"/>
          </a:xfrm>
          <a:prstGeom prst="roundRect">
            <a:avLst>
              <a:gd name="adj" fmla="val 1402"/>
            </a:avLst>
          </a:prstGeom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65" b="-65"/>
          <a:stretch/>
        </p:blipFill>
        <p:spPr>
          <a:xfrm>
            <a:off x="2756669" y="2713658"/>
            <a:ext cx="12774662" cy="67922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3 · CHALLENGE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query pulls unrelated fields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275397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worklog shows the query narrowing to just 'transformer' — which then over-included vision, time-series and hardware papers that share only the name.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3060353"/>
            <a:ext cx="8769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Worklog — the query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465165"/>
            <a:ext cx="7972425" cy="6040785"/>
          </a:xfrm>
          <a:prstGeom prst="roundRect">
            <a:avLst>
              <a:gd name="adj" fmla="val 1577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57275" y="3531915"/>
            <a:ext cx="7953375" cy="59072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67825" y="3060353"/>
            <a:ext cx="87696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unrelated fields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9267825" y="3465165"/>
            <a:ext cx="7972425" cy="6040785"/>
          </a:xfrm>
          <a:prstGeom prst="roundRect">
            <a:avLst>
              <a:gd name="adj" fmla="val 1577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9277350" y="4692104"/>
            <a:ext cx="7953375" cy="35869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4 · CHALLENGE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CAPTCHA detected, not crashed on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anti-bot challenge was flagged and logged — the run continued, the omission stays visible.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601492"/>
            <a:ext cx="16192500" cy="5016624"/>
          </a:xfrm>
          <a:prstGeom prst="roundRect">
            <a:avLst>
              <a:gd name="adj" fmla="val 1899"/>
            </a:avLst>
          </a:prstGeom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31" b="-131"/>
          <a:stretch/>
        </p:blipFill>
        <p:spPr>
          <a:xfrm>
            <a:off x="1047750" y="3601492"/>
            <a:ext cx="16192500" cy="5016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5 · CHALLENGE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quality drops past 8 sources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sources summarised, but the narrative only ever cites 4 — the rest go unmentioned. Hence batches of 8.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237110" y="2713658"/>
            <a:ext cx="13813780" cy="6792218"/>
          </a:xfrm>
          <a:prstGeom prst="roundRect">
            <a:avLst>
              <a:gd name="adj" fmla="val 1402"/>
            </a:avLst>
          </a:prstGeom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71" b="-71"/>
          <a:stretch/>
        </p:blipFill>
        <p:spPr>
          <a:xfrm>
            <a:off x="2237110" y="2713658"/>
            <a:ext cx="13813780" cy="67922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6 · CHALLENGE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relevance check lets two through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judgement call, not a hard rule — but the filter turns a pile of unrelated papers into a single incidental miss.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2675558"/>
            <a:ext cx="7774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9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44278" y="2675558"/>
            <a:ext cx="19012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relevance filter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037508"/>
            <a:ext cx="7943850" cy="6064597"/>
          </a:xfrm>
          <a:prstGeom prst="roundRect">
            <a:avLst>
              <a:gd name="adj" fmla="val 1571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883619" y="3047107"/>
            <a:ext cx="4272037" cy="60453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7750" y="9197355"/>
            <a:ext cx="8738235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Pulled in earthquake detection and other completely unrelated papers.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296400" y="2675558"/>
            <a:ext cx="6176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C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933087" y="2675558"/>
            <a:ext cx="19012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filter on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296400" y="3037508"/>
            <a:ext cx="7943850" cy="5756002"/>
          </a:xfrm>
          <a:prstGeom prst="roundRect">
            <a:avLst>
              <a:gd name="adj" fmla="val 1655"/>
            </a:avLst>
          </a:prstGeom>
          <a:solidFill>
            <a:srgbClr val="20262E"/>
          </a:solidFill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41286" y="3047033"/>
            <a:ext cx="4054004" cy="57368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96400" y="8888760"/>
            <a:ext cx="818216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out most seem-relevant-but-not papers; one incidental failure remains. Much better.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EVIDENCE 7 · CHALLENGE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latency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 44s for one 22-page paper; 5h 12m for a 30-source run — local Ollama serves one request at a time.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3504456"/>
            <a:ext cx="16192500" cy="5210696"/>
          </a:xfrm>
          <a:prstGeom prst="roundRect">
            <a:avLst>
              <a:gd name="adj" fmla="val 1828"/>
            </a:avLst>
          </a:prstGeom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24" b="-124"/>
          <a:stretch/>
        </p:blipFill>
        <p:spPr>
          <a:xfrm>
            <a:off x="1047750" y="3504456"/>
            <a:ext cx="16192500" cy="52106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F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TEST SUITE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76350"/>
            <a:ext cx="1781175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deterministic core is tested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100263"/>
            <a:ext cx="1362075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tests passing — convergence, captcha handling and fact generation are all covered.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47750" y="4222328"/>
            <a:ext cx="16192500" cy="3774877"/>
          </a:xfrm>
          <a:prstGeom prst="roundRect">
            <a:avLst>
              <a:gd name="adj" fmla="val 2523"/>
            </a:avLst>
          </a:prstGeom>
          <a:ln w="9525">
            <a:solidFill>
              <a:srgbClr val="333C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94" b="-194"/>
          <a:stretch/>
        </p:blipFill>
        <p:spPr>
          <a:xfrm>
            <a:off x="1047750" y="4222328"/>
            <a:ext cx="16192500" cy="37748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1517</Words>
  <Application>Microsoft Macintosh PowerPoint</Application>
  <PresentationFormat>Custom</PresentationFormat>
  <Paragraphs>244</Paragraphs>
  <Slides>20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Jeroen Schoemaker</cp:lastModifiedBy>
  <cp:revision>1</cp:revision>
  <dcterms:created xsi:type="dcterms:W3CDTF">2026-07-13T13:57:41Z</dcterms:created>
  <dcterms:modified xsi:type="dcterms:W3CDTF">2026-07-20T10:36:27Z</dcterms:modified>
</cp:coreProperties>
</file>